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2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5A5"/>
                </a:solidFill>
                <a:latin typeface="FreeSans"/>
              </a:defRPr>
            </a:pPr>
            <a:r>
              <a:rPr b="1">
                <a:solidFill>
                  <a:srgbClr val="D4A5A5"/>
                </a:solidFill>
                <a:latin typeface="FreeSans"/>
              </a:rP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E8D5C4"/>
                </a:solidFill>
                <a:latin typeface="FreeSans"/>
              </a:defRPr>
            </a:pPr>
            <a:r>
              <a:rPr b="0">
                <a:solidFill>
                  <a:srgbClr val="E8D5C4"/>
                </a:solidFill>
                <a:latin typeface="FreeSans"/>
              </a:rP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2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5A5"/>
                </a:solidFill>
                <a:latin typeface="FreeSans"/>
              </a:defRPr>
            </a:pPr>
            <a:r>
              <a:rPr b="1">
                <a:solidFill>
                  <a:srgbClr val="D4A5A5"/>
                </a:solidFill>
                <a:latin typeface="FreeSans"/>
              </a:rP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2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5A5"/>
                </a:solidFill>
                <a:latin typeface="FreeSans"/>
              </a:defRPr>
            </a:pPr>
            <a:r>
              <a:rPr b="1">
                <a:solidFill>
                  <a:srgbClr val="D4A5A5"/>
                </a:solidFill>
                <a:latin typeface="FreeSans"/>
              </a:rP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2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5A5"/>
                </a:solidFill>
                <a:latin typeface="FreeSans"/>
              </a:defRPr>
            </a:pPr>
            <a:r>
              <a:rPr b="1">
                <a:solidFill>
                  <a:srgbClr val="D4A5A5"/>
                </a:solidFill>
                <a:latin typeface="FreeSans"/>
              </a:rP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2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5A5"/>
                </a:solidFill>
                <a:latin typeface="FreeSans"/>
              </a:defRPr>
            </a:pPr>
            <a:r>
              <a:rPr b="1">
                <a:solidFill>
                  <a:srgbClr val="D4A5A5"/>
                </a:solidFill>
                <a:latin typeface="FreeSans"/>
              </a:rP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