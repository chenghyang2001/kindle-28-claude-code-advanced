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1E3E"/>
                </a:solidFill>
                <a:latin typeface="FreeSans"/>
              </a:defRPr>
            </a:pPr>
            <a:r>
              <a:rPr b="1">
                <a:solidFill>
                  <a:srgbClr val="2B1E3E"/>
                </a:solidFill>
                <a:latin typeface="Free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4A4E8F"/>
                </a:solidFill>
                <a:latin typeface="FreeSans"/>
              </a:defRPr>
            </a:pPr>
            <a:r>
              <a:rPr b="0">
                <a:solidFill>
                  <a:srgbClr val="4A4E8F"/>
                </a:solidFill>
                <a:latin typeface="Free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1E3E"/>
                </a:solidFill>
                <a:latin typeface="FreeSans"/>
              </a:defRPr>
            </a:pPr>
            <a:r>
              <a:rPr b="1">
                <a:solidFill>
                  <a:srgbClr val="2B1E3E"/>
                </a:solidFill>
                <a:latin typeface="Free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1E3E"/>
                </a:solidFill>
                <a:latin typeface="FreeSans"/>
              </a:defRPr>
            </a:pPr>
            <a:r>
              <a:rPr b="1">
                <a:solidFill>
                  <a:srgbClr val="2B1E3E"/>
                </a:solidFill>
                <a:latin typeface="Free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1E3E"/>
                </a:solidFill>
                <a:latin typeface="FreeSans"/>
              </a:defRPr>
            </a:pPr>
            <a:r>
              <a:rPr b="1">
                <a:solidFill>
                  <a:srgbClr val="2B1E3E"/>
                </a:solidFill>
                <a:latin typeface="Free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1E3E"/>
                </a:solidFill>
                <a:latin typeface="FreeSans"/>
              </a:defRPr>
            </a:pPr>
            <a:r>
              <a:rPr b="1">
                <a:solidFill>
                  <a:srgbClr val="2B1E3E"/>
                </a:solidFill>
                <a:latin typeface="Free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