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4A2B"/>
                </a:solidFill>
                <a:latin typeface="FreeSerif"/>
              </a:defRPr>
            </a:pPr>
            <a:r>
              <a:rPr b="1">
                <a:solidFill>
                  <a:srgbClr val="2D4A2B"/>
                </a:solidFill>
                <a:latin typeface="FreeSerif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7D8471"/>
                </a:solidFill>
                <a:latin typeface="FreeSans"/>
              </a:defRPr>
            </a:pPr>
            <a:r>
              <a:rPr b="0">
                <a:solidFill>
                  <a:srgbClr val="7D8471"/>
                </a:solidFill>
                <a:latin typeface="Free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4A2B"/>
                </a:solidFill>
                <a:latin typeface="FreeSerif"/>
              </a:defRPr>
            </a:pPr>
            <a:r>
              <a:rPr b="1">
                <a:solidFill>
                  <a:srgbClr val="2D4A2B"/>
                </a:solidFill>
                <a:latin typeface="FreeSerif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4A2B"/>
                </a:solidFill>
                <a:latin typeface="FreeSerif"/>
              </a:defRPr>
            </a:pPr>
            <a:r>
              <a:rPr b="1">
                <a:solidFill>
                  <a:srgbClr val="2D4A2B"/>
                </a:solidFill>
                <a:latin typeface="FreeSerif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4A2B"/>
                </a:solidFill>
                <a:latin typeface="FreeSerif"/>
              </a:defRPr>
            </a:pPr>
            <a:r>
              <a:rPr b="1">
                <a:solidFill>
                  <a:srgbClr val="2D4A2B"/>
                </a:solidFill>
                <a:latin typeface="FreeSerif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4A2B"/>
                </a:solidFill>
                <a:latin typeface="FreeSerif"/>
              </a:defRPr>
            </a:pPr>
            <a:r>
              <a:rPr b="1">
                <a:solidFill>
                  <a:srgbClr val="2D4A2B"/>
                </a:solidFill>
                <a:latin typeface="FreeSerif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