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4A6FA5"/>
                </a:solidFill>
                <a:latin typeface="DejaVu Sans"/>
              </a:defRPr>
            </a:pPr>
            <a:r>
              <a:rPr b="1">
                <a:solidFill>
                  <a:srgbClr val="4A6FA5"/>
                </a:solidFill>
                <a:latin typeface="DejaVu Sans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4A6FA5"/>
                </a:solidFill>
                <a:latin typeface="DejaVu Sans"/>
              </a:defRPr>
            </a:pPr>
            <a:r>
              <a:rPr b="0">
                <a:solidFill>
                  <a:srgbClr val="4A6FA5"/>
                </a:solidFill>
                <a:latin typeface="DejaVu 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6FA5"/>
                </a:solidFill>
                <a:latin typeface="DejaVu Sans"/>
              </a:defRPr>
            </a:pPr>
            <a:r>
              <a:rPr b="1">
                <a:solidFill>
                  <a:srgbClr val="4A6FA5"/>
                </a:solidFill>
                <a:latin typeface="DejaVu Sans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6FA5"/>
                </a:solidFill>
                <a:latin typeface="DejaVu Sans"/>
              </a:defRPr>
            </a:pPr>
            <a:r>
              <a:rPr b="1">
                <a:solidFill>
                  <a:srgbClr val="4A6FA5"/>
                </a:solidFill>
                <a:latin typeface="DejaVu Sans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6FA5"/>
                </a:solidFill>
                <a:latin typeface="DejaVu Sans"/>
              </a:defRPr>
            </a:pPr>
            <a:r>
              <a:rPr b="1">
                <a:solidFill>
                  <a:srgbClr val="4A6FA5"/>
                </a:solidFill>
                <a:latin typeface="DejaVu Sans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A6FA5"/>
                </a:solidFill>
                <a:latin typeface="DejaVu Sans"/>
              </a:defRPr>
            </a:pPr>
            <a:r>
              <a:rPr b="1">
                <a:solidFill>
                  <a:srgbClr val="4A6FA5"/>
                </a:solidFill>
                <a:latin typeface="DejaVu Sans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