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FF"/>
                </a:solidFill>
                <a:latin typeface="DejaVu Sans"/>
              </a:defRPr>
            </a:pPr>
            <a:r>
              <a:rPr b="1">
                <a:solidFill>
                  <a:srgbClr val="0066FF"/>
                </a:solidFill>
                <a:latin typeface="DejaVu 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00FFFF"/>
                </a:solidFill>
                <a:latin typeface="DejaVu Sans"/>
              </a:defRPr>
            </a:pPr>
            <a:r>
              <a:rPr b="0">
                <a:solidFill>
                  <a:srgbClr val="00FFFF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FF"/>
                </a:solidFill>
                <a:latin typeface="DejaVu Sans"/>
              </a:defRPr>
            </a:pPr>
            <a:r>
              <a:rPr b="1">
                <a:solidFill>
                  <a:srgbClr val="0066FF"/>
                </a:solidFill>
                <a:latin typeface="DejaVu 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FF"/>
                </a:solidFill>
                <a:latin typeface="DejaVu Sans"/>
              </a:defRPr>
            </a:pPr>
            <a:r>
              <a:rPr b="1">
                <a:solidFill>
                  <a:srgbClr val="0066FF"/>
                </a:solidFill>
                <a:latin typeface="DejaVu 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FF"/>
                </a:solidFill>
                <a:latin typeface="DejaVu Sans"/>
              </a:defRPr>
            </a:pPr>
            <a:r>
              <a:rPr b="1">
                <a:solidFill>
                  <a:srgbClr val="0066FF"/>
                </a:solidFill>
                <a:latin typeface="DejaVu 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FF"/>
                </a:solidFill>
                <a:latin typeface="DejaVu Sans"/>
              </a:defRPr>
            </a:pPr>
            <a:r>
              <a:rPr b="1">
                <a:solidFill>
                  <a:srgbClr val="0066FF"/>
                </a:solidFill>
                <a:latin typeface="DejaVu 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