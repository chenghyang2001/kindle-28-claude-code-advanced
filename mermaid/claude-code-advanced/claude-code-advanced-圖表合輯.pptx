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-心智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37529"/>
            <a:ext cx="11643055" cy="518294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-學習流程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83" y="274320"/>
            <a:ext cx="4580128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-架構分層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2959" y="274320"/>
            <a:ext cx="6525776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-能力堆疊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762" y="274320"/>
            <a:ext cx="6856171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-概念關係圖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65706"/>
            <a:ext cx="11643055" cy="332658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