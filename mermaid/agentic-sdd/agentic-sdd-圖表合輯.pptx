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1. 心智圖</a:t>
            </a:r>
          </a:p>
        </p:txBody>
      </p:sp>
      <p:pic>
        <p:nvPicPr>
          <p:cNvPr id="3" name="Picture 2" descr="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" y="914399"/>
            <a:ext cx="1111178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2. 學習流程圖</a:t>
            </a:r>
          </a:p>
        </p:txBody>
      </p:sp>
      <p:pic>
        <p:nvPicPr>
          <p:cNvPr id="3" name="Picture 2" descr="2-學習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096" y="914399"/>
            <a:ext cx="633150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3. 架構分層圖</a:t>
            </a:r>
          </a:p>
        </p:txBody>
      </p:sp>
      <p:pic>
        <p:nvPicPr>
          <p:cNvPr id="3" name="Picture 2" descr="3-架構分層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21" y="914399"/>
            <a:ext cx="833905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4. 能力堆疊圖</a:t>
            </a:r>
          </a:p>
        </p:txBody>
      </p:sp>
      <p:pic>
        <p:nvPicPr>
          <p:cNvPr id="3" name="Picture 2" descr="4-能力堆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633" y="914399"/>
            <a:ext cx="607242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5. 概念關係圖</a:t>
            </a:r>
          </a:p>
        </p:txBody>
      </p:sp>
      <p:pic>
        <p:nvPicPr>
          <p:cNvPr id="3" name="Picture 2" descr="5-概念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82" y="914399"/>
            <a:ext cx="686973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6. 概念對映</a:t>
            </a:r>
          </a:p>
        </p:txBody>
      </p:sp>
      <p:pic>
        <p:nvPicPr>
          <p:cNvPr id="3" name="Picture 2" descr="6-概念對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593" y="914399"/>
            <a:ext cx="3196508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