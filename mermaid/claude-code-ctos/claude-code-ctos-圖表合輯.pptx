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1. 心智圖</a:t>
            </a:r>
          </a:p>
        </p:txBody>
      </p:sp>
      <p:pic>
        <p:nvPicPr>
          <p:cNvPr id="3" name="Picture 2" descr="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69" y="914399"/>
            <a:ext cx="1119575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2. 學習流程圖</a:t>
            </a:r>
          </a:p>
        </p:txBody>
      </p:sp>
      <p:pic>
        <p:nvPicPr>
          <p:cNvPr id="3" name="Picture 2" descr="2-學習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039" y="914399"/>
            <a:ext cx="302361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3. 架構分層圖</a:t>
            </a:r>
          </a:p>
        </p:txBody>
      </p:sp>
      <p:pic>
        <p:nvPicPr>
          <p:cNvPr id="3" name="Picture 2" descr="3-架構分層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34" y="914399"/>
            <a:ext cx="1010162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4. 能力堆疊圖</a:t>
            </a:r>
          </a:p>
        </p:txBody>
      </p:sp>
      <p:pic>
        <p:nvPicPr>
          <p:cNvPr id="3" name="Picture 2" descr="4-能力堆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167" y="914399"/>
            <a:ext cx="50393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rPr sz="2600" b="1">
                <a:solidFill>
                  <a:srgbClr val="333333"/>
                </a:solidFill>
              </a:rPr>
              <a:t>5. 概念關係圖</a:t>
            </a:r>
          </a:p>
        </p:txBody>
      </p:sp>
      <p:pic>
        <p:nvPicPr>
          <p:cNvPr id="3" name="Picture 2" descr="5-概念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9325"/>
            <a:ext cx="11643055" cy="40394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